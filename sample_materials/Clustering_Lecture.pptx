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Introduction to Clustering</a:t>
            </a:r>
          </a:p>
          <a:p>
            <a:pPr>
              <a:defRPr sz="2600">
                <a:solidFill>
                  <a:srgbClr val="A5B4FC"/>
                </a:solidFill>
              </a:defRPr>
            </a:pPr>
            <a:r>
              <a:t>Distance measures, hierarchical clustering and k-means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Data Mining · Lecture 4 (sample material for the LearnLens AI demo)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What is clustering?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Clustering is an unsupervised learning task: it groups observations so that observations in the same cluster are similar and observations in different clusters are dissimilar.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No class labels are used; the groups are discovered from the data.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Typical uses: customer segmentation, document grouping, image segmentation and anomaly detection.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Two main families: hierarchical methods and partitioning methods such as k-means.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Distance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Euclidean distance: d(i,j) = sqrt( Σ (x_ik − x_jk)² ), the straight-line distance.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Manhattan distance: d(i,j) = Σ |x_ik − x_jk|, the sum of absolute differences (city-block distance).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Minkowski distance generalizes both: d(i,j) = ( Σ |x_ik − x_jk|^m )^(1/m).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 = 1 gives Manhattan distance and m = 2 gives Euclidean distance.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Variables should be standardized first so that one variable with a large scale does not dominate the distance.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The distance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For n observations, the n × n distance matrix stores d(i,j) for every pair.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The diagonal is zero: d(i,i) = 0.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The matrix is symmetric: d(i,j) = d(j,i), so only the lower (or upper) triangle needs to be stored.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Hierarchical clustering algorithms start from this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Hierarchical (agglomerative)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Start with every observation as its own cluster.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Repeatedly merge the two closest clusters until only one cluster remains.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The merge history is drawn as a dendrogram; cutting the dendrogram at a height gives the clusters.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The result depends on how the distance between two clusters is defined (the linkage).</a:t>
            </a:r>
          </a:p>
        </p:txBody>
      </p:sp>
      <p:pic>
        <p:nvPicPr>
          <p:cNvPr id="5" name="Picture 4" descr="fig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9377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Linkage methods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Distance between two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Typical behaviour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Single linkage (nearest neighbour)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Distance between the two closest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Can create long, chained clusters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Complete linkage (furthest neighbour)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Distance between the two most distant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Compact clusters of similar diameter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Average linkage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Average distance over all pairs of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A compromise between single and complete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Ward's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Increase in total within-cluster variance after merging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/>
                      </a:pPr>
                      <a:r>
                        <a:t>Spherical clusters of similar size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k-means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Goal: for a given number of clusters K, find the partition that minimizes the total within-cluster sum of squared errors (SSE).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1. Choose K initial centroids (for example K random observations).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2. Assign every observation to its nearest centroid.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3. Recompute each centroid as the mean of the observations assigned to it.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4. Repeat steps 2–3 until the assignments no longer change.</a:t>
            </a:r>
          </a:p>
        </p:txBody>
      </p:sp>
      <p:pic>
        <p:nvPicPr>
          <p:cNvPr id="5" name="Picture 4" descr="fig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Choosing K and limitations of 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The elbow method plots SSE against K; the 'elbow' where the curve flattens suggests a good K.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k-means is sensitive to the initial centroids, so it is usually run several times (or with k-means++ initialization).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It assumes roughly spherical clusters of similar size and is sensitive to outliers.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K must be chosen in advance, unlike hierarchical clustering.</a:t>
            </a:r>
          </a:p>
        </p:txBody>
      </p:sp>
      <p:pic>
        <p:nvPicPr>
          <p:cNvPr id="5" name="Picture 4" descr="fig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9377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